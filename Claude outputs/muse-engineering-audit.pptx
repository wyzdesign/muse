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Fixes</c:v>
                </c:pt>
              </c:strCache>
            </c:strRef>
          </c:tx>
          <c:spPr>
            <a:solidFill>
              <a:srgbClr val="D2A7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E8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UI / Visual / Theme</c:v>
                  </c:pt>
                  <c:pt idx="1">
                    <c:v>Auth / Session</c:v>
                  </c:pt>
                  <c:pt idx="2">
                    <c:v>Payments / Verification</c:v>
                  </c:pt>
                  <c:pt idx="3">
                    <c:v>Moderation / Security</c:v>
                  </c:pt>
                  <c:pt idx="4">
                    <c:v>Data Integrity / Races</c:v>
                  </c:pt>
                  <c:pt idx="5">
                    <c:v>App-Freeze / Crash</c:v>
                  </c:pt>
                  <c:pt idx="6">
                    <c:v>Performance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134</c:v>
                </c:pt>
                <c:pt idx="1">
                  <c:v>60</c:v>
                </c:pt>
                <c:pt idx="2">
                  <c:v>34</c:v>
                </c:pt>
                <c:pt idx="3">
                  <c:v>33</c:v>
                </c:pt>
                <c:pt idx="4">
                  <c:v>25</c:v>
                </c:pt>
                <c:pt idx="5">
                  <c:v>15</c:v>
                </c:pt>
                <c:pt idx="6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E8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99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F17"/>
        </a:solidFill>
        <a:ln>
          <a:noFill/>
        </a:ln>
        <a:effectLst/>
      </c:spPr>
    </c:plotArea>
    <c:plotVisOnly val="1"/>
    <c:dispBlanksAs val="span"/>
  </c:chart>
  <c:spPr>
    <a:solidFill>
      <a:srgbClr val="0D0F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oval">
            <a:avLst/>
          </a:prstGeom>
          <a:solidFill>
            <a:srgbClr val="1F233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3840480" cy="3840480"/>
          </a:xfrm>
          <a:prstGeom prst="oval">
            <a:avLst/>
          </a:prstGeom>
          <a:solidFill>
            <a:srgbClr val="D2A75C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AUDIT  ·  JUL 28 – SEP 15,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codebase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Torreé  ·  wyzmind + Claude collaborative build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EXECUTIVE 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weeks of adversarial audit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feature QA — a standing effort to find what breaks the app for a real user. Three full app-wide outages, 339 smaller defects, all caught live and fixed before reaching most users.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commits shipped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merged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349/349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right now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app-wide outages — all resolved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26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codebase today: 40,300 lines across 20 screens. Two fix rounds are in flight — one live in production as of today, the second packaged and waiting on the next merge.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CRITICAL INCIDENTS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times the entire app went down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affected, not just one screen — the highest severity this audit tracks. Each was caught in the live production session, not a staging environment, and each is now guarded so the same class of bug can't ship silently again.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0424160" cy="1115568"/>
          </a:xfrm>
          <a:prstGeom prst="roundRect">
            <a:avLst>
              <a:gd name="adj" fmla="val 8197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70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Rules-of-Hooks violation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80720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every return login — a hard crash instead of landing back on Discover.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04488"/>
            <a:ext cx="10424160" cy="1115568"/>
          </a:xfrm>
          <a:prstGeom prst="roundRect">
            <a:avLst>
              <a:gd name="adj" fmla="val 8197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61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Session-refresh feedback loop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10565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got past the splash screen for any user — a re-trigger loop pegged the main thread.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10424160" cy="1115568"/>
          </a:xfrm>
          <a:prstGeom prst="roundRect">
            <a:avLst>
              <a:gd name="adj" fmla="val 8197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67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14–15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601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Unthrottled MutationObserver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540410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watcher scoped to the whole page froze the app completely under normal swiping.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CRITICAL INCIDENTS, CONTINUED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same-day, then hardened against recurrence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7560" cy="42976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Session-refresh loop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0896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Re-entrancy guard stops the loop at its source.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343400"/>
            <a:ext cx="2825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continuous freeze watchdog + global error capture — the next infinite loop is caught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42232" y="1600200"/>
            <a:ext cx="3337560" cy="42976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98264" y="251460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MutationObserver freeze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310896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Rescoped from the whole document to the one container that needs it; attribute filter removed.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98264" y="4343400"/>
            <a:ext cx="2825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Circuit-breaker added on all observers app-wide, plus an end-to-end freeze test wired into CI.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35824" y="1600200"/>
            <a:ext cx="3337560" cy="42976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644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91856" y="251460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Rules-of-Hooks crash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991856" y="310896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order corrected to be unconditional, per React's own rules.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91856" y="4343400"/>
            <a:ext cx="2825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 </a:t>
            </a:r>
            <a:pPr indent="0" marL="0">
              <a:buNone/>
            </a:pPr>
            <a:r>
              <a:rPr lang="en-US" sz="115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 since — pattern documented in the handover so it isn't reintroduced.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EVERYTHING ELSE, BY CATEGORY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339 smaller fixes, grouped by what they touched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Visual/theme work dominates by volume — expected for a consumer app with 8 selectable themes. Session and payments carry the most user-facing risk per fix.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105156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CURRENT STATE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live, what's pending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visual/UX fixes, confirmed live on production today.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rewritten concise, moved to a popup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 simplified + new “How Matching Works” guide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decorative halo-ring on every profile photo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double safe-area-inset viewport bug fixed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swatch colors now stretch fully to the edge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badge row decluttered (3 + overflow, was 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600200"/>
            <a:ext cx="50749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MERGE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3774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880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waiting on the next merge into main.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33756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session sync — fixes “logged out too often”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now adopt a sibling tab’s refreshed token instead of racing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 user now actually removes any existing match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real data gap — block only filtered future Discover results before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duplicate test account found + removed live during this pass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OPEN ITEMS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still outstanding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33 merge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2A75C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5564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in delivery, waiting on wyzmind's next merge window. No code work remains on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Profile/Settings navigation split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91363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5FB88A">
              <a:alpha val="1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913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383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once routed to two divergent screen implementations. Flagged as a product risk earlier; confirmed merged and closed.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71A2A"/>
          </a:solidFill>
          <a:ln w="12700">
            <a:solidFill>
              <a:srgbClr val="2B2F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10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Boosts, video chat, 2FA, device mgmt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54126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9C99B5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5412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NOT BUILT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0109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gaps, not defects — each needs an external API key or schema change before frontend work starts.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HOW THIS AUDIT IS RUN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rules that don't bend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C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not staged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verified against the real production session in an authenticated browser — the actual app a real user opens.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C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3774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before it ships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834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typecheck, the full test suite, and a clean production build all pass clean before anything is packaged.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C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00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as a reviewable bundle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57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ships as a self-contained git bundle for wyzmind to merge on his own schedule — nothing lands unreviewed.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C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4800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are re-verified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257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fix could be checked live, it was re-confirmed against the running app rather than trusted from the diff alone.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oval">
            <a:avLst/>
          </a:prstGeom>
          <a:solidFill>
            <a:srgbClr val="1F2338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BOTTOM LINE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is stable. The process is what's keeping it that way.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outages happened and three outages were closed with a regression test behind each one. That's the pattern to keep funding — not zero incidents, but incidents that can't recur silently.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2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EA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round 33 — closes the cross-tab logout issue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EA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code work is currently blocked or waiting on a decision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EA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Feature-gap items (boosts, video chat, 2FA) need product prioritization, not engineering time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 Engineering Audit  ·  Compiled from 1,121 commits on main, Jul 28 – Sep 15,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2026-09-15T22:37:00Z</dcterms:created>
  <dcterms:modified xsi:type="dcterms:W3CDTF">2026-09-15T22:37:00Z</dcterms:modified>
</cp:coreProperties>
</file>